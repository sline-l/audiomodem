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f8ec9f8574af8" /><Relationship Type="http://schemas.openxmlformats.org/officeDocument/2006/relationships/extended-properties" Target="/docProps/app.xml" Id="R3efdcf706bc84b78" /><Relationship Type="http://schemas.openxmlformats.org/officeDocument/2006/relationships/officeDocument" Target="/ppt/presentation.xml" Id="Rae941de404db47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36f540d05c4b84"/>
  </p:sldMasterIdLst>
  <p:notesMasterIdLst>
    <p:notesMasterId xmlns:r="http://schemas.openxmlformats.org/officeDocument/2006/relationships" r:id="R31cfb704ca7441c9"/>
  </p:notesMasterIdLst>
  <p:sldIdLst>
    <p:sldId xmlns:r="http://schemas.openxmlformats.org/officeDocument/2006/relationships" id="256" r:id="R75b6c9946d254b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680a523c2a4f80" /><Relationship Type="http://schemas.openxmlformats.org/officeDocument/2006/relationships/slideMaster" Target="/ppt/slideMasters/slideMaster1.xml" Id="Ra536f540d05c4b84" /><Relationship Type="http://schemas.openxmlformats.org/officeDocument/2006/relationships/notesMaster" Target="/ppt/notesMasters/notesMaster1.xml" Id="R31cfb704ca7441c9" /><Relationship Type="http://schemas.openxmlformats.org/officeDocument/2006/relationships/presProps" Target="/ppt/presProps.xml" Id="R271aa023013c41b6" /><Relationship Type="http://schemas.openxmlformats.org/officeDocument/2006/relationships/tableStyles" Target="/ppt/tableStyles.xml" Id="Ra9d06ba192174aa9" /><Relationship Type="http://schemas.openxmlformats.org/officeDocument/2006/relationships/slide" Target="/ppt/slides/slide1.xml" Id="R75b6c9946d254b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9275c7528b42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4a9bbe9cd04645" /><Relationship Type="http://schemas.openxmlformats.org/officeDocument/2006/relationships/notesMaster" Target="/ppt/notesMasters/notesMaster1.xml" Id="Raeedd1f29e2e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shows only the four formulas used to turn carrier quality into a dynamic LLR scale. The receiver computes r_k, takes its median, divides by that median, takes the square root, and multiplies by the base scale b. Weak carriers get a smaller scale; reliable carriers get a larger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2f9c20f56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85605804df4c2a" /><Relationship Type="http://schemas.openxmlformats.org/officeDocument/2006/relationships/slideLayout" Target="/ppt/slideLayouts/slideLayout1.xml" Id="Rd3f0f5917da748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f0f5917da748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79852882b44f9" /><Relationship Type="http://schemas.openxmlformats.org/officeDocument/2006/relationships/notesSlide" Target="/ppt/notesSlides/notesSlide1.xml" Id="R650d0b96fb3d4f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BAFBD5-7711-40BB-A25C-67D9F3D0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Carrier Reliability and Dynamic LLR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8FD38-B26B-4ECB-BF43-0BBAE5B2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Core receiver 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C4BEA-52D6-4135-9884-29C3CCCF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98308-2BB3-4B87-BD5A-3474D74A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7D1C2-22DE-4C45-A41C-395CE818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7C9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7C9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4AF82-FBE1-4EE1-94CB-B137EA6C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145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7C9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7C9D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A61DD-72CA-421F-8944-7FC69FB2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8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rₖ = |Hₖ|²</a:t>
            </a:r>
          </a:p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────────</a:t>
            </a:r>
          </a:p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C249A-4C7B-4C1D-B5A1-D73E6A95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signal gain / training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FB8ED-D53E-4490-9FC1-12A6C38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1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F85FF-F206-4F8F-9C8F-EC66ADE2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4F0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4A8FE-E13A-49A9-A3A8-6A747825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35277-60A2-40F1-85C9-AFB89B43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145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9BE9D-AFD4-4C53-B334-5A9D6CF7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rᵣₑ𝒻 =</a:t>
            </a:r>
          </a:p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medianₖ(rₖ)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B8251-5478-48A4-A5E0-0E600D2D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one reference for all carriers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2E557-9A04-4ABE-8E4E-F41EE5D4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1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433E1-F92F-44E3-A5DA-34571A67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7959D-39D0-4602-A6C1-188B706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B5ED1-D67B-4600-8AEF-9FDFA64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145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B919D-3B73-4E95-85A6-37556799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8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qₖ = rₖ</a:t>
            </a:r>
          </a:p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──────</a:t>
            </a:r>
          </a:p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rᵣₑ𝒻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26E5D-F017-4FB1-85DA-5B2A549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relative carrier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AFF42-E31C-40C3-B8B8-945F2D1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1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979A5-7119-4474-A4D8-5AFA1EBA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0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47DD1-AEA6-4756-AC19-5F60741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651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519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5A8C1-4549-474C-BE67-695943BF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145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1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5191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2DC76-E28F-4F11-A3C2-6BB50AB6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956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8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sₖ = b ·</a:t>
            </a:r>
          </a:p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clip(√qₖ,</a:t>
            </a:r>
          </a:p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0.25, 4)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0E35C-9150-4218-84F9-59ACF38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147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square root limits the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2C6BE-7BEC-42C4-A959-FE32335E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081E8-BD1E-4EED-A7F0-B5BAA67F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 = 3,  eₘₑ𝒹 ≤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EFFC11-DF05-4C19-8F19-4FC1B8CD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 = clip(3 / √eₘₑ𝒹, 0.5, 3),  eₘₑ𝒹 &gt;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0671C-7601-42D7-B18F-F209643E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72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9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eₘₑ𝒹 = medianₖ(eₖ)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F512FD-864F-4C61-A113-AC8CA93A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00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rₖ &gt; rᵣₑ𝒻  ⇒  sₖ &gt; b     |     rₖ &lt; rᵣₑ𝒻  ⇒  sₖ &lt; b</a:t>
            </a:r>
          </a:p>
        </p:txBody>
      </p:sp>
    </p:spTree>
    <p:extLst>
      <p:ext uri="{BB962C8B-B14F-4D97-AF65-F5344CB8AC3E}">
        <p14:creationId xmlns:p14="http://schemas.microsoft.com/office/powerpoint/2010/main" val="59767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2026-09-14T05:47:35.6080000Z</dcterms:created>
  <dcterms:modified xsi:type="dcterms:W3CDTF">2026-09-14T05:47:35.6080000Z</dcterms:modified>
</coreProperties>
</file>