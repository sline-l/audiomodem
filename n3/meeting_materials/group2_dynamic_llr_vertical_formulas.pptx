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935f8398d4435" /><Relationship Type="http://schemas.openxmlformats.org/officeDocument/2006/relationships/extended-properties" Target="/docProps/app.xml" Id="R899a56eb0c5145ab" /><Relationship Type="http://schemas.openxmlformats.org/officeDocument/2006/relationships/officeDocument" Target="/ppt/presentation.xml" Id="R088c1e883ca2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710d1154c41f5"/>
  </p:sldMasterIdLst>
  <p:notesMasterIdLst>
    <p:notesMasterId xmlns:r="http://schemas.openxmlformats.org/officeDocument/2006/relationships" r:id="Reb77d3f19cf54733"/>
  </p:notesMasterIdLst>
  <p:sldIdLst>
    <p:sldId xmlns:r="http://schemas.openxmlformats.org/officeDocument/2006/relationships" id="256" r:id="R7170c3980ae84c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45fce3ce845eb" /><Relationship Type="http://schemas.openxmlformats.org/officeDocument/2006/relationships/slideMaster" Target="/ppt/slideMasters/slideMaster1.xml" Id="Rb01710d1154c41f5" /><Relationship Type="http://schemas.openxmlformats.org/officeDocument/2006/relationships/notesMaster" Target="/ppt/notesMasters/notesMaster1.xml" Id="Reb77d3f19cf54733" /><Relationship Type="http://schemas.openxmlformats.org/officeDocument/2006/relationships/presProps" Target="/ppt/presProps.xml" Id="R990887d5da2a4bf0" /><Relationship Type="http://schemas.openxmlformats.org/officeDocument/2006/relationships/tableStyles" Target="/ppt/tableStyles.xml" Id="Rdce832ac5a7d4070" /><Relationship Type="http://schemas.openxmlformats.org/officeDocument/2006/relationships/slide" Target="/ppt/slides/slide1.xml" Id="R7170c3980ae84c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f940d6462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7891e905b41e0" /><Relationship Type="http://schemas.openxmlformats.org/officeDocument/2006/relationships/notesMaster" Target="/ppt/notesMasters/notesMaster1.xml" Id="R50ff962fd152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equations are read from top to bottom. We first compute the training residual e_k. Then we use |H_k| squared divided by e_k as the carrier reliability. We take the median, divide by the median, take the square root, and multiply by the base scale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57b0842ec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c319031da744bc" /><Relationship Type="http://schemas.openxmlformats.org/officeDocument/2006/relationships/slideLayout" Target="/ppt/slideLayouts/slideLayout1.xml" Id="Rf94b0f92b34145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4b0f92b34145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345059f6247dc" /><Relationship Type="http://schemas.openxmlformats.org/officeDocument/2006/relationships/notesSlide" Target="/ppt/notesSlides/notesSlide1.xml" Id="Rc791ecb127564d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E143F0-85C9-4195-B6D4-C257B9F4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Dynamic Carrier Weight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99A73-9249-4353-92B5-5E771CF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From training error to the per-carrier LLR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B929-8419-454F-905C-D1651AC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93189-18DB-4CFD-8BD5-FDD6D24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F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06A18-7E70-4222-925C-D53E2242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27C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7C9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40B2-8852-4F04-856B-45393696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27C9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7C9D"/>
                </a:solidFill>
                <a:latin typeface="Arial"/>
                <a:ea typeface="Arial"/>
                <a:cs typeface="Arial"/>
              </a:rPr>
              <a:t>Training residual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87349-809E-4103-83DA-CBAC9CD2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58115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eₖ = (1/M) Σₘ |Yₘ,ₖ − Hₖ·Xₘ,ₖ|²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F60D6-ED4E-47C0-8F8F-B3070BD8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478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average over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60017-BDA0-4EBE-B45E-F3DE186A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F0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60210-93C8-47D2-A33F-0122ECD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59E98-1A6F-415A-8C49-C07C4C9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Carrier 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5CA5E-DA82-4314-8443-A5576A7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1935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ρₖ = |Hₖ|² / eₖ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50C0A-5A2A-427B-BEC3-F4E9868B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86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gain /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C4D31-D46B-4010-969D-10040DA3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414DA-F7DF-4462-A516-1A2245C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DFC61-BD2A-40CB-AC5C-99446E93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Good or weak?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77D84-EE42-4CA9-9A7B-F8F7978B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5755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ρₖ ↑  ⇒  good carrier     ρₖ ↓  ⇒  weak carrier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E75A5-14D3-44E8-A8C0-4EF268AB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24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compare carriers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9CDFC-66D1-4CBC-BD5A-9B6256B2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0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F24D0-F81B-4134-B2A6-4F10356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651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6519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EBA3B-9A17-468D-9E56-11A0168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1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5191"/>
                </a:solidFill>
                <a:latin typeface="Arial"/>
                <a:ea typeface="Arial"/>
                <a:cs typeface="Arial"/>
              </a:rPr>
              <a:t>Median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1DD0B-E73E-4C52-96DD-BF17F8C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ρ̄ = medianₖ(ρₖ)     qₖ = ρₖ / ρ̄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38042-FB64-40B0-9B23-42304DA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62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divide by median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B94FF-1D80-4893-B021-5BE8AC7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9ABBE-DC76-4BCF-8C44-E74AE022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7EF74-C72A-452C-98F4-CA48B308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Square-root weight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22D0A-DA87-4843-8010-CF2ED37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3395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wₖ = √qₖ = √(ρₖ / ρ̄)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63E39-A016-41A1-9835-FF5DD29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limit: 0.25–4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BFD0B-DBF2-4900-B919-38BC5759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B0914-A960-48B5-BDD3-24951DFE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Final per-carrier scale: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8934C-952B-48C7-A29F-5DE5971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293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sₖ = b · wₖ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48A743-9BA8-42C2-86D5-65DD0848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86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7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weak carrier ↓ confidence     reliable carrier ↑ confidence</a:t>
            </a:r>
          </a:p>
        </p:txBody>
      </p:sp>
    </p:spTree>
    <p:extLst>
      <p:ext uri="{BB962C8B-B14F-4D97-AF65-F5344CB8AC3E}">
        <p14:creationId xmlns:p14="http://schemas.microsoft.com/office/powerpoint/2010/main" val="1121844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2026-09-14T06:04:03.4090000Z</dcterms:created>
  <dcterms:modified xsi:type="dcterms:W3CDTF">2026-09-14T06:04:03.4090000Z</dcterms:modified>
</coreProperties>
</file>